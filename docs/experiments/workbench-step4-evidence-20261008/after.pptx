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請學生舉例。</a:t>
            </a:r>
          </a:p>
          <a:p/>
          <a:p>
            <a:r>
              <a:t>教材原文依據：</a:t>
            </a:r>
          </a:p>
          <a:p>
            <a:r>
              <a:t>迴圈可重複執行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逐行解釋。</a:t>
            </a:r>
          </a:p>
          <a:p/>
          <a:p>
            <a:r>
              <a:t>教材原文依據：</a:t>
            </a:r>
          </a:p>
          <a:p>
            <a:r>
              <a:t>for n in range(3)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討論無限迴圈。</a:t>
            </a:r>
          </a:p>
          <a:p/>
          <a:p>
            <a:r>
              <a:t>教材原文依據：</a:t>
            </a:r>
          </a:p>
          <a:p>
            <a:r>
              <a:t>終止條件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複習。</a:t>
            </a:r>
          </a:p>
          <a:p/>
          <a:p>
            <a:r>
              <a:t>教材原文依據：</a:t>
            </a:r>
          </a:p>
          <a:p>
            <a:r>
              <a:t>更新變數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先想一想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3337560" y="2459736"/>
            <a:ext cx="1745589" cy="603504"/>
          </a:xfrm>
          <a:prstGeom prst="line">
            <a:avLst/>
          </a:prstGeom>
          <a:ln w="25400"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105802" y="2459736"/>
            <a:ext cx="1718158" cy="603504"/>
          </a:xfrm>
          <a:prstGeom prst="line">
            <a:avLst/>
          </a:prstGeom>
          <a:ln w="25400"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66160" y="1874519"/>
            <a:ext cx="5056632" cy="585216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7" y="1892807"/>
            <a:ext cx="4837176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迴圈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5212080" cy="164592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99816"/>
            <a:ext cx="480974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條件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48456"/>
            <a:ext cx="4809744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決定是否繼續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212080" cy="164592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3099816"/>
            <a:ext cx="480974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648456"/>
            <a:ext cx="4809744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讓狀態向終止前進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程式範例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379476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1">
                <a:solidFill>
                  <a:srgbClr val="D4AD7E"/>
                </a:solidFill>
                <a:latin typeface="Aptos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058400" cy="3063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FFFFFF"/>
                </a:solidFill>
                <a:latin typeface="Consolas"/>
              </a:rPr>
              <a:t>for n in range(3):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  print(n)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比較兩種寫法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正確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有終止條件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錯誤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無終止條件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實作步驟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32048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設定初值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4736" y="2377440"/>
            <a:ext cx="3432048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5904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3336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檢查條件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7952" y="2377440"/>
            <a:ext cx="3432048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6552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更新變數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10698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流程方向：依序 01 → 02 →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33272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