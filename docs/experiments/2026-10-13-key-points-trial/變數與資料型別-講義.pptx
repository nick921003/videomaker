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教材原文依據：</a:t>
            </a:r>
          </a:p>
          <a:p>
            <a:r>
              <a:t>`=` 在 C 語言中**不是數學上的「等於」**，而是「**把右邊的值放進左邊的變數**」。</a:t>
            </a:r>
          </a:p>
          <a:p/>
          <a:p>
            <a:r>
              <a:t>```c</a:t>
            </a:r>
          </a:p>
          <a:p>
            <a:r>
              <a:t>int score;</a:t>
            </a:r>
          </a:p>
          <a:p>
            <a:r>
              <a:t>score = 85;      // 把 85 存入 score</a:t>
            </a:r>
          </a:p>
          <a:p>
            <a:r>
              <a:t>score = score + 5;  // 先算右邊 (85+5=90)，再存回 score</a:t>
            </a:r>
          </a:p>
          <a:p>
            <a:r>
              <a:t>```</a:t>
            </a:r>
          </a:p>
          <a:p/>
          <a:p>
            <a:r>
              <a:t>`score = score + 5;` 在數學上是不可能成立的式子，但在程式裡完全合理：右邊先算出新值，再覆蓋左邊舊值。</a:t>
            </a:r>
          </a:p>
          <a:p/>
          <a:p>
            <a:r>
              <a:t>| 迷思 / 錯誤 | 說明 | 修正方式 |</a:t>
            </a:r>
          </a:p>
          <a:p>
            <a:r>
              <a:t>| --- | --- | --- |</a:t>
            </a:r>
          </a:p>
          <a:p>
            <a:r>
              <a:t>| 把 `=` 當成數學等號 | `score = score + 5;` 在數學上不成立，在程式是「先算右邊、再存回左邊」 | 把它讀成「**把右邊指定給左邊**」 |</a:t>
            </a:r>
          </a:p>
          <a:p>
            <a:r>
              <a:t>| `int` 拿來存小數 | `int x = 3.9;` 會得到 `3`（截斷），不是 `3.9` 也不是 `4` | 需要小數就用 `double` |</a:t>
            </a:r>
          </a:p>
          <a:p>
            <a:r>
              <a:t>| `scanf` 忘了 `&amp;` | `scanf("%d", n);` 可能導致程式當掉或讀到錯誤位置 | 養成習慣：`scanf` 的變數前一律加 `&amp;` |</a:t>
            </a:r>
          </a:p>
          <a:p>
            <a:r>
              <a:t>| `double` 用 `%d` 輸出 | 格式符號與型別不符，輸出會變成無意義的數字 | 對照上面提到的的格式符號表 |</a:t>
            </a:r>
          </a:p>
          <a:p>
            <a:r>
              <a:t>| `scanf` 讀 `double` 用 `%f` | `scanf` 對 `float` 與 `double` 的格式要求不同 | 讀 `double` 用 `%lf` |</a:t>
            </a:r>
          </a:p>
          <a:p>
            <a:r>
              <a:t>| `char` 用雙引號 | `char c = "A";` 是字串（`char` 陣列），型別不符 | 單一字元用**單引號** `'A'` |</a:t>
            </a:r>
          </a:p>
          <a:p>
            <a:r>
              <a:t>| 以為浮點數是精確的 | `0.1` 無法用二進位浮點精確表示，可能出現微小誤差 | 避免直接比較浮點數是否「完全相等」，改用容許誤差 |</a:t>
            </a:r>
          </a:p>
          <a:p>
            <a:r>
              <a:t>| 變數未初始化就使用 | 宣告 `int sum;` 後直接 `sum = sum + 1;`，結果不確定 | 宣告時就給初值，例如 `int sum = 0;`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教材原文依據：</a:t>
            </a:r>
          </a:p>
          <a:p>
            <a:r>
              <a:t>| 型別 | 常見大小 | 用途 | 格式符號（printf / scanf） | 範例值 |</a:t>
            </a:r>
          </a:p>
          <a:p>
            <a:r>
              <a:t>| --- | --- | --- | --- | --- |</a:t>
            </a:r>
          </a:p>
          <a:p>
            <a:r>
              <a:t>| `int` | 4 bytes | 整數（人數、次數、分數） | `%d` | `42`、`-7`、`0` |</a:t>
            </a:r>
          </a:p>
          <a:p>
            <a:r>
              <a:t>| `float` | 4 bytes | 單精度小數（約 6～7 位有效數字） | `%f` / `%f` | `3.14f` |</a:t>
            </a:r>
          </a:p>
          <a:p>
            <a:r>
              <a:t>| `double` | 8 bytes | 倍精度小數（約 15～16 位有效數字） | `%f` / `%lf` | `3.14159265358979` |</a:t>
            </a:r>
          </a:p>
          <a:p>
            <a:r>
              <a:t>| `char` | 1 byte | 單一字符（字母、符號、數字字元） | `%c` | `'A'`、`'7'`、`'#'` |</a:t>
            </a:r>
          </a:p>
          <a:p/>
          <a:p>
            <a:r>
              <a:t>**`int`（整數）**</a:t>
            </a:r>
          </a:p>
          <a:p>
            <a:r>
              <a:t>- 只能存整數，不能存小數。若把 `3.9` 存進 `int`，小數部分會被「**截斷**」（不是四捨五入）變成 `3`。</a:t>
            </a:r>
          </a:p>
          <a:p>
            <a:r>
              <a:t>- 典型範圍約 $-2.147\times10^{9}$ 到 $2.147\times10^{9}$。</a:t>
            </a:r>
          </a:p>
          <a:p/>
          <a:p>
            <a:r>
              <a:t>**`float` 與 `double`（浮點數）**</a:t>
            </a:r>
          </a:p>
          <a:p>
            <a:r>
              <a:t>- 用來表示有小數點的數值。`double` 精度較高，**一般建議優先使用 `double`**，可避免累積誤差。</a:t>
            </a:r>
          </a:p>
          <a:p>
            <a:r>
              <a:t>- 浮點數**無法精確表示所有小數**，例如 `0.1` 只能近似存放。這是日後計算時出現「`0.1 + 0.2 != 0.3`」的根本原因。</a:t>
            </a:r>
          </a:p>
          <a:p>
            <a:r>
              <a:t>- 寫 `float` 常數時習慣加 `f`，例如 `3.14f`。</a:t>
            </a:r>
          </a:p>
          <a:p/>
          <a:p>
            <a:r>
              <a:t>| 迷思 / 錯誤 | 說明 | 修正方式 |</a:t>
            </a:r>
          </a:p>
          <a:p>
            <a:r>
              <a:t>| --- | --- | --- |</a:t>
            </a:r>
          </a:p>
          <a:p>
            <a:r>
              <a:t>| 把 `=` 當成數學等號 | `score = score + 5;` 在數學上不成立，在程式是「先算右邊、再存回左邊」 | 把它讀成「**把右邊指定給左邊**」 |</a:t>
            </a:r>
          </a:p>
          <a:p>
            <a:r>
              <a:t>| `int` 拿來存小數 | `int x = 3.9;` 會得到 `3`（截斷），不是 `3.9` 也不是 `4` | 需要小數就用 `double` |</a:t>
            </a:r>
          </a:p>
          <a:p>
            <a:r>
              <a:t>| `scanf` 忘了 `&amp;` | `scanf("%d", n);` 可能導致程式當掉或讀到錯誤位置 | 養成習慣：`scanf` 的變數前一律加 `&amp;` |</a:t>
            </a:r>
          </a:p>
          <a:p>
            <a:r>
              <a:t>| `double` 用 `%d` 輸出 | 格式符號與型別不符，輸出會變成無意義的數字 | 對照上面提到的的格式符號表 |</a:t>
            </a:r>
          </a:p>
          <a:p>
            <a:r>
              <a:t>| `scanf` 讀 `double` 用 `%f` | `scanf` 對 `float` 與 `double` 的格式要求不同 | 讀 `double` 用 `%lf` |</a:t>
            </a:r>
          </a:p>
          <a:p>
            <a:r>
              <a:t>| `char` 用雙引號 | `char c = "A";` 是字串（`char` 陣列），型別不符 | 單一字元用**單引號** `'A'` |</a:t>
            </a:r>
          </a:p>
          <a:p>
            <a:r>
              <a:t>| 以為浮點數是精確的 | `0.1` 無法用二進位浮點精確表示，可能出現微小誤差 | 避免直接比較浮點數是否「完全相等」，改用容許誤差 |</a:t>
            </a:r>
          </a:p>
          <a:p>
            <a:r>
              <a:t>| 變數未初始化就使用 | 宣告 `int sum;` 後直接 `sum = sum + 1;`，結果不確定 | 宣告時就給初值，例如 `int sum = 0;`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教材原文依據：</a:t>
            </a:r>
          </a:p>
          <a:p>
            <a:r>
              <a:t>&gt; ⚠️ **`scanf` 讀取 `double` 一定要用 `%lf`**；`printf` 輸出時寫 `%f` 即可（因為 `float` 會被自動提升為 `double`）。這是最常見的初學者錯誤之一。</a:t>
            </a:r>
          </a:p>
          <a:p/>
          <a:p>
            <a:r>
              <a:t>printf("請依序輸入：整數 小數 字元（以空白分隔）：");</a:t>
            </a:r>
          </a:p>
          <a:p>
            <a:r>
              <a:t>    scanf("%d %lf %c", &amp;n, &amp;x, &amp;c);</a:t>
            </a:r>
          </a:p>
          <a:p/>
          <a:p>
            <a:r>
              <a:t>1. `printf` 用 `%.Nf` 可以控制印出幾位小數。</a:t>
            </a:r>
          </a:p>
          <a:p>
            <a:r>
              <a:t>2. 同一個 `double` 變數，用小數位數不同印出來，看起來「精度」不同——這只是**顯示格式**的差異，變數裡的值並沒有改變。</a:t>
            </a:r>
          </a:p>
          <a:p>
            <a:r>
              <a:t>3. `scanf` 的變數前面**必須加 `&amp;`**（取址運算），因為它需要知道資料要存到哪裡；`printf` 則不用。</a:t>
            </a:r>
          </a:p>
          <a:p/>
          <a:p>
            <a:r>
              <a:t>| 迷思 / 錯誤 | 說明 | 修正方式 |</a:t>
            </a:r>
          </a:p>
          <a:p>
            <a:r>
              <a:t>| --- | --- | --- |</a:t>
            </a:r>
          </a:p>
          <a:p>
            <a:r>
              <a:t>| 把 `=` 當成數學等號 | `score = score + 5;` 在數學上不成立，在程式是「先算右邊、再存回左邊」 | 把它讀成「**把右邊指定給左邊**」 |</a:t>
            </a:r>
          </a:p>
          <a:p>
            <a:r>
              <a:t>| `int` 拿來存小數 | `int x = 3.9;` 會得到 `3`（截斷），不是 `3.9` 也不是 `4` | 需要小數就用 `double` |</a:t>
            </a:r>
          </a:p>
          <a:p>
            <a:r>
              <a:t>| `scanf` 忘了 `&amp;` | `scanf("%d", n);` 可能導致程式當掉或讀到錯誤位置 | 養成習慣：`scanf` 的變數前一律加 `&amp;` |</a:t>
            </a:r>
          </a:p>
          <a:p>
            <a:r>
              <a:t>| `double` 用 `%d` 輸出 | 格式符號與型別不符，輸出會變成無意義的數字 | 對照上面提到的的格式符號表 |</a:t>
            </a:r>
          </a:p>
          <a:p>
            <a:r>
              <a:t>| `scanf` 讀 `double` 用 `%f` | `scanf` 對 `float` 與 `double` 的格式要求不同 | 讀 `double` 用 `%lf` |</a:t>
            </a:r>
          </a:p>
          <a:p>
            <a:r>
              <a:t>| `char` 用雙引號 | `char c = "A";` 是字串（`char` 陣列），型別不符 | 單一字元用**單引號** `'A'` |</a:t>
            </a:r>
          </a:p>
          <a:p>
            <a:r>
              <a:t>| 以為浮點數是精確的 | `0.1` 無法用二進位浮點精確表示，可能出現微小誤差 | 避免直接比較浮點數是否「完全相等」，改用容許誤差 |</a:t>
            </a:r>
          </a:p>
          <a:p>
            <a:r>
              <a:t>| 變數未初始化就使用 | 宣告 `int sum;` 後直接 `sum = sum + 1;`，結果不確定 | 宣告時就給初值，例如 `int sum = 0;`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教材原文依據：</a:t>
            </a:r>
          </a:p>
          <a:p>
            <a:r>
              <a:t>int main(void) {</a:t>
            </a:r>
          </a:p>
          <a:p>
            <a:r>
              <a:t>    int    a = 7;</a:t>
            </a:r>
          </a:p>
          <a:p>
            <a:r>
              <a:t>    int    b = 2;</a:t>
            </a:r>
          </a:p>
          <a:p>
            <a:r>
              <a:t>    double c = 7.0;</a:t>
            </a:r>
          </a:p>
          <a:p>
            <a:r>
              <a:t>    double d = 2.0;</a:t>
            </a:r>
          </a:p>
          <a:p/>
          <a:p>
            <a:r>
              <a:t>printf("a / b = %d\n", a / b);   // 整數除法</a:t>
            </a:r>
          </a:p>
          <a:p>
            <a:r>
              <a:t>    printf("c / d = %f\n", c / d);   // 浮點數除法</a:t>
            </a:r>
          </a:p>
          <a:p>
            <a:r>
              <a:t>    printf("a / d = %f\n", a / d);   // 混合型別</a:t>
            </a:r>
          </a:p>
          <a:p/>
          <a:p>
            <a:r>
              <a:t>試著預測輸出，再執行驗證。（整數除法與型別轉換會在後面的知識點深入討論，這裡先建立「**型別會影響結果**」的直覺。）</a:t>
            </a:r>
          </a:p>
          <a:p/>
          <a:p>
            <a:r>
              <a:t>| 迷思 / 錯誤 | 說明 | 修正方式 |</a:t>
            </a:r>
          </a:p>
          <a:p>
            <a:r>
              <a:t>| --- | --- | --- |</a:t>
            </a:r>
          </a:p>
          <a:p>
            <a:r>
              <a:t>| 把 `=` 當成數學等號 | `score = score + 5;` 在數學上不成立，在程式是「先算右邊、再存回左邊」 | 把它讀成「**把右邊指定給左邊**」 |</a:t>
            </a:r>
          </a:p>
          <a:p>
            <a:r>
              <a:t>| `int` 拿來存小數 | `int x = 3.9;` 會得到 `3`（截斷），不是 `3.9` 也不是 `4` | 需要小數就用 `double` |</a:t>
            </a:r>
          </a:p>
          <a:p>
            <a:r>
              <a:t>| `scanf` 忘了 `&amp;` | `scanf("%d", n);` 可能導致程式當掉或讀到錯誤位置 | 養成習慣：`scanf` 的變數前一律加 `&amp;` |</a:t>
            </a:r>
          </a:p>
          <a:p>
            <a:r>
              <a:t>| `double` 用 `%d` 輸出 | 格式符號與型別不符，輸出會變成無意義的數字 | 對照上面提到的的格式符號表 |</a:t>
            </a:r>
          </a:p>
          <a:p>
            <a:r>
              <a:t>| `scanf` 讀 `double` 用 `%f` | `scanf` 對 `float` 與 `double` 的格式要求不同 | 讀 `double` 用 `%lf` |</a:t>
            </a:r>
          </a:p>
          <a:p>
            <a:r>
              <a:t>| `char` 用雙引號 | `char c = "A";` 是字串（`char` 陣列），型別不符 | 單一字元用**單引號** `'A'` |</a:t>
            </a:r>
          </a:p>
          <a:p>
            <a:r>
              <a:t>| 以為浮點數是精確的 | `0.1` 無法用二進位浮點精確表示，可能出現微小誤差 | 避免直接比較浮點數是否「完全相等」，改用容許誤差 |</a:t>
            </a:r>
          </a:p>
          <a:p>
            <a:r>
              <a:t>| 變數未初始化就使用 | 宣告 `int sum;` 後直接 `sum = sum + 1;`，結果不確定 | 宣告時就給初值，例如 `int sum = 0;`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371600"/>
            <a:ext cx="10698480" cy="100584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4000" b="1">
                <a:solidFill>
                  <a:srgbClr val="2F342D"/>
                </a:solidFill>
                <a:latin typeface="Aptos"/>
              </a:rPr>
              <a:t>變數與資料型別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97480"/>
            <a:ext cx="106984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A9482A"/>
                </a:solidFill>
                <a:latin typeface="Aptos"/>
              </a:rPr>
              <a:t>學習目標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1069848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337560"/>
            <a:ext cx="10241280" cy="28346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1. 說明變數在程式中的角色，並正確完成宣告、命名與賦值。</a:t>
            </a:r>
          </a:p>
          <a:p>
            <a:r>
              <a:rPr sz="2200" b="0">
                <a:solidFill>
                  <a:srgbClr val="2F342D"/>
                </a:solidFill>
                <a:latin typeface="Aptos"/>
              </a:rPr>
              <a:t>2. 分辨 int、float、double、char 四種基本資料型別的差異與適用情境。</a:t>
            </a:r>
          </a:p>
          <a:p>
            <a:r>
              <a:rPr sz="2200" b="0">
                <a:solidFill>
                  <a:srgbClr val="2F342D"/>
                </a:solidFill>
                <a:latin typeface="Aptos"/>
              </a:rPr>
              <a:t>3. 使用 printf / scanf 搭配正確格式符號完成不同型別的輸入與輸出。</a:t>
            </a:r>
          </a:p>
          <a:p>
            <a:r>
              <a:rPr sz="2200" b="0">
                <a:solidFill>
                  <a:srgbClr val="2F342D"/>
                </a:solidFill>
                <a:latin typeface="Aptos"/>
              </a:rPr>
              <a:t>4. 預測並解釋「同一份資料用不同型別存放」時，輸出結果的差異。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66928"/>
            <a:ext cx="10698480" cy="82296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2800" b="1">
                <a:solidFill>
                  <a:srgbClr val="2F342D"/>
                </a:solidFill>
                <a:latin typeface="Aptos"/>
              </a:rPr>
              <a:t>為什麼程式中 score = score + 5 是合理的賦值運算？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變數與資料型別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變數與賦值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989320" cy="1874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C 語言中的等號「=」不是數學上的相等，而是賦值運算。執行時會先讀取右側算式算出新值（舊分數加 5），接著把結果寫入左側變數 score 的記憶體空間中覆蓋舊值。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65960"/>
            <a:ext cx="4480560" cy="384048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4206240" cy="3657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600" b="0">
                <a:solidFill>
                  <a:srgbClr val="FFFFFF"/>
                </a:solidFill>
                <a:latin typeface="Consolas"/>
              </a:rPr>
              <a:t>int score = 85;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score = score + 5;  // 先算右邊 (85+5=90)，再存回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989320" cy="19202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86784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400" b="1">
                <a:solidFill>
                  <a:srgbClr val="A9482A"/>
                </a:solidFill>
                <a:latin typeface="Aptos"/>
              </a:rPr>
              <a:t>常見錯誤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15968"/>
            <a:ext cx="5623559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300" b="0">
                <a:solidFill>
                  <a:srgbClr val="2F342D"/>
                </a:solidFill>
                <a:latin typeface="Aptos"/>
              </a:rPr>
              <a:t>錯：把 score = score + 5 當作數學方程式而認為兩邊不成立。　為什麼：將程式的賦值運算子「=」誤解為數學上的等號。　正確：將「=」理解為「把右邊算出的值存入左邊變數空間」。</a:t>
            </a:r>
          </a:p>
          <a:p>
            <a:r>
              <a:rPr sz="1300" b="0">
                <a:solidFill>
                  <a:srgbClr val="2F342D"/>
                </a:solidFill>
                <a:latin typeface="Aptos"/>
              </a:rPr>
              <a:t>錯：宣告變數 int sum; 後直接進行 sum = sum + 1;。　為什麼：未初始化的變數內容是不確定的殘留值，直接運算會產生非預期結果。　正確：在宣告變數時就給予初值，例如寫成 int sum = 0;。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出處：`=` 在 C 語言中**不是數學上的「等於」**，而是「**把右邊的值放進左邊的變數**」。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66928"/>
            <a:ext cx="10698480" cy="82296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2800" b="1">
                <a:solidFill>
                  <a:srgbClr val="2F342D"/>
                </a:solidFill>
                <a:latin typeface="Aptos"/>
              </a:rPr>
              <a:t>把 3.9 存入 int 變數後值為什麼會變成 3 而不是 4？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變數與資料型別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基本資料型別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989320" cy="1874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int 型別只能存放整數，將帶有小數的數值指派給 int 時，C 語言會直接截斷小數部分，而非進行四捨五入。若需保留小數精度，應改用 float 或推薦的 double 型別。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65960"/>
            <a:ext cx="4480560" cy="384048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4206240" cy="3657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600" b="0">
                <a:solidFill>
                  <a:srgbClr val="FFFFFF"/>
                </a:solidFill>
                <a:latin typeface="Consolas"/>
              </a:rPr>
              <a:t>int score = 85;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double average = 0.0;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char grade = 'A';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989320" cy="19202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86784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400" b="1">
                <a:solidFill>
                  <a:srgbClr val="A9482A"/>
                </a:solidFill>
                <a:latin typeface="Aptos"/>
              </a:rPr>
              <a:t>常見錯誤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15968"/>
            <a:ext cx="5623559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300" b="0">
                <a:solidFill>
                  <a:srgbClr val="2F342D"/>
                </a:solidFill>
                <a:latin typeface="Aptos"/>
              </a:rPr>
              <a:t>錯：宣告單一字元時寫成 char c = "A";。　為什麼：雙引號代表字串（字元陣列），與單一字元型別 char 不符。　正確：存放單一字元時必須使用單引號，寫成 char c = 'A';。</a:t>
            </a:r>
          </a:p>
          <a:p>
            <a:r>
              <a:rPr sz="1300" b="0">
                <a:solidFill>
                  <a:srgbClr val="2F342D"/>
                </a:solidFill>
                <a:latin typeface="Aptos"/>
              </a:rPr>
              <a:t>錯：以為浮點數 0.1 能在記憶體中精確存放，直接比較是否完全相等。　為什麼：浮點數以二進位儲存，無法精確表示所有十進位小數，會存在微小誤差。　正確：避免直接比較浮點數是否完全相等，應改用容許誤差範圍判斷。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出處：| 型別 | 常見大小 | 用途 | 格式符號（printf / scanf） | 範例值 | | --- | ---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66928"/>
            <a:ext cx="10698480" cy="82296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2700" b="1">
                <a:solidFill>
                  <a:srgbClr val="2F342D"/>
                </a:solidFill>
                <a:latin typeface="Aptos"/>
              </a:rPr>
              <a:t>為什麼 scanf 讀取 double 一定要用 %lf 且變數前要加 &amp;？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變數與資料型別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格式符號與取址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989320" cy="1874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scanf 需要取得變數在記憶體中的存放位址才能寫入資料，因此變數名前必須加「&amp;」取址；且 scanf 對 float 與 double 格式要求不同，讀取 double 必須精確對應為 %lf。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65960"/>
            <a:ext cx="4480560" cy="384048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4206240" cy="3657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600" b="0">
                <a:solidFill>
                  <a:srgbClr val="FFFFFF"/>
                </a:solidFill>
                <a:latin typeface="Consolas"/>
              </a:rPr>
              <a:t>int n;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double x;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char c;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scanf("%d %lf %c", &amp;n, &amp;x, &amp;c);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989320" cy="19202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86784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400" b="1">
                <a:solidFill>
                  <a:srgbClr val="A9482A"/>
                </a:solidFill>
                <a:latin typeface="Aptos"/>
              </a:rPr>
              <a:t>常見錯誤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15968"/>
            <a:ext cx="5623559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300" b="0">
                <a:solidFill>
                  <a:srgbClr val="2F342D"/>
                </a:solidFill>
                <a:latin typeface="Aptos"/>
              </a:rPr>
              <a:t>錯：在 scanf 中讀取 double 卻使用 %f。　為什麼：scanf 嚴格要求浮點數型別大小，%f 用於 float，讀取 double 格式不符會導致錯誤。　正確：使用 scanf 讀取 double 變數時，格式符號一律使用 %lf。</a:t>
            </a:r>
          </a:p>
          <a:p>
            <a:r>
              <a:rPr sz="1300" b="0">
                <a:solidFill>
                  <a:srgbClr val="2F342D"/>
                </a:solidFill>
                <a:latin typeface="Aptos"/>
              </a:rPr>
              <a:t>錯：使用 scanf 寫成 scanf("%d", n); 忘記在變數前加 &amp;。　為什麼：未傳入變數記憶體位址，會使程式讀到錯誤位址甚至當掉。　正確：在 scanf 的目標變數前務必加上取址運算子 &amp;n。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出處：&gt; ⚠️ **`scanf` 讀取 `double` 一定要用 `%lf`**；`printf` 輸出時寫 `%f` 即…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66928"/>
            <a:ext cx="10698480" cy="82296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2600" b="1">
                <a:solidFill>
                  <a:srgbClr val="2F342D"/>
                </a:solidFill>
                <a:latin typeface="Aptos"/>
              </a:rPr>
              <a:t>算式 a / b 中當 a、b 為整數 7 與 2 時為什麼結果不是 3.5？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變數與資料型別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44752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A9482A"/>
                </a:solidFill>
                <a:latin typeface="Aptos"/>
              </a:rPr>
              <a:t>型別影響運算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989320" cy="18745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0">
                <a:solidFill>
                  <a:srgbClr val="2F342D"/>
                </a:solidFill>
                <a:latin typeface="Aptos"/>
              </a:rPr>
              <a:t>在 C 語言中，兩個整數相除會進行整數除法，小數會被捨棄只保留整數商 3；只有當運算對象包含浮點數（例如 7.0 / 2.0 或 7 / 2.0）時，才會執行浮點數除法得出 3.500000。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65960"/>
            <a:ext cx="4480560" cy="384048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057400"/>
            <a:ext cx="4206240" cy="3657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600" b="0">
                <a:solidFill>
                  <a:srgbClr val="FFFFFF"/>
                </a:solidFill>
                <a:latin typeface="Consolas"/>
              </a:rPr>
              <a:t>int a = 7, b = 2;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double c = 7.0, d = 2.0;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printf("a / b = %d\n", a / b); // 輸出 3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printf("c / d = %f\n", c / d); // 輸出 3.500000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>printf("a / d = %f\n", a / d); // 輸出 3.500000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989320" cy="192024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86784"/>
            <a:ext cx="274320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400" b="1">
                <a:solidFill>
                  <a:srgbClr val="A9482A"/>
                </a:solidFill>
                <a:latin typeface="Aptos"/>
              </a:rPr>
              <a:t>常見錯誤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15968"/>
            <a:ext cx="5623559" cy="148132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500" b="0">
                <a:solidFill>
                  <a:srgbClr val="2F342D"/>
                </a:solidFill>
                <a:latin typeface="Aptos"/>
              </a:rPr>
              <a:t>錯：使用 %d 輸出 double 變數（例如 printf("%d\n", c);）。　為什麼：格式符號與資料型別不符，輸出會解讀錯誤並產生無意義數字或亂碼。　正確：輸出 double 變數時應使用對應的 %f 或 %.Nf 格式符號。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98755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出處：int main(void) {     int    a = 7;     int    b = 2;     dou…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66928"/>
            <a:ext cx="10698480" cy="822960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000" b="1">
                <a:solidFill>
                  <a:srgbClr val="2F342D"/>
                </a:solidFill>
                <a:latin typeface="Aptos"/>
              </a:rPr>
              <a:t>常見錯誤整理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698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0">
                <a:solidFill>
                  <a:srgbClr val="A9482A"/>
                </a:solidFill>
                <a:latin typeface="Aptos"/>
              </a:rPr>
              <a:t>變數與資料型別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6634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500" b="0">
                <a:solidFill>
                  <a:srgbClr val="2F342D"/>
                </a:solidFill>
                <a:latin typeface="Aptos"/>
              </a:rPr>
              <a:t>【變數與賦值】錯：把 score = score + 5 當作數學方程式而認為兩邊不成立。　為什麼：將程式的賦值運算子「=」誤解為數學上的等號。　正確：將「=」理解為「把右邊算出的值存入左邊變數空間」。</a:t>
            </a:r>
          </a:p>
          <a:p>
            <a:r>
              <a:rPr sz="1500" b="0">
                <a:solidFill>
                  <a:srgbClr val="2F342D"/>
                </a:solidFill>
                <a:latin typeface="Aptos"/>
              </a:rPr>
              <a:t>【變數與賦值】錯：宣告變數 int sum; 後直接進行 sum = sum + 1;。　為什麼：未初始化的變數內容是不確定的殘留值，直接運算會產生非預期結果。　正確：在宣告變數時就給予初值，例如寫成 int sum = 0;。</a:t>
            </a:r>
          </a:p>
          <a:p>
            <a:r>
              <a:rPr sz="1500" b="0">
                <a:solidFill>
                  <a:srgbClr val="2F342D"/>
                </a:solidFill>
                <a:latin typeface="Aptos"/>
              </a:rPr>
              <a:t>【基本資料型別】錯：宣告單一字元時寫成 char c = "A";。　為什麼：雙引號代表字串（字元陣列），與單一字元型別 char 不符。　正確：存放單一字元時必須使用單引號，寫成 char c = 'A';。</a:t>
            </a:r>
          </a:p>
          <a:p>
            <a:r>
              <a:rPr sz="1500" b="0">
                <a:solidFill>
                  <a:srgbClr val="2F342D"/>
                </a:solidFill>
                <a:latin typeface="Aptos"/>
              </a:rPr>
              <a:t>【基本資料型別】錯：以為浮點數 0.1 能在記憶體中精確存放，直接比較是否完全相等。　為什麼：浮點數以二進位儲存，無法精確表示所有十進位小數，會存在微小誤差。　正確：避免直接比較浮點數是否完全相等，應改用容許誤差範圍判斷。</a:t>
            </a:r>
          </a:p>
          <a:p>
            <a:r>
              <a:rPr sz="1500" b="0">
                <a:solidFill>
                  <a:srgbClr val="2F342D"/>
                </a:solidFill>
                <a:latin typeface="Aptos"/>
              </a:rPr>
              <a:t>【格式符號與取址】錯：在 scanf 中讀取 double 卻使用 %f。　為什麼：scanf 嚴格要求浮點數型別大小，%f 用於 float，讀取 double 格式不符會導致錯誤。　正確：使用 scanf 讀取 double 變數時，格式符號一律使用 %lf。</a:t>
            </a:r>
          </a:p>
          <a:p>
            <a:r>
              <a:rPr sz="1500" b="0">
                <a:solidFill>
                  <a:srgbClr val="2F342D"/>
                </a:solidFill>
                <a:latin typeface="Aptos"/>
              </a:rPr>
              <a:t>【格式符號與取址】錯：使用 scanf 寫成 scanf("%d", n); 忘記在變數前加 &amp;。　為什麼：未傳入變數記憶體位址，會使程式讀到錯誤位址甚至當掉。　正確：在 scanf 的目標變數前務必加上取址運算子 &amp;n。</a:t>
            </a:r>
          </a:p>
          <a:p>
            <a:r>
              <a:rPr sz="1500" b="0">
                <a:solidFill>
                  <a:srgbClr val="2F342D"/>
                </a:solidFill>
                <a:latin typeface="Aptos"/>
              </a:rPr>
              <a:t>【型別影響運算】錯：使用 %d 輸出 double 變數（例如 printf("%d\n", c);）。　為什麼：格式符號與資料型別不符，輸出會解讀錯誤並產生無意義數字或亂碼。　正確：輸出 double 變數時應使用對應的 %f 或 %.Nf 格式符號。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