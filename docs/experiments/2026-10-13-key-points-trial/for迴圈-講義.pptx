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`for` 可以把這三個控制次數的部分集中在一起：</a:t>
            </a:r>
          </a:p>
          <a:p/>
          <a:p>
            <a:r>
              <a:t>```c</a:t>
            </a:r>
          </a:p>
          <a:p>
            <a:r>
              <a:t>for (初始化; 繼續條件; 更新) {</a:t>
            </a:r>
          </a:p>
          <a:p>
            <a:r>
              <a:t>    重複執行的工作;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1. 執行初始化。</a:t>
            </a:r>
          </a:p>
          <a:p>
            <a:r>
              <a:t>2. 判斷繼續條件。</a:t>
            </a:r>
          </a:p>
          <a:p>
            <a:r>
              <a:t>3. 條件成立，執行迴圈本體；不成立，離開迴圈。</a:t>
            </a:r>
          </a:p>
          <a:p>
            <a:r>
              <a:t>4. 執行更新。</a:t>
            </a:r>
          </a:p>
          <a:p>
            <a:r>
              <a:t>5. 回到條件判斷。</a:t>
            </a:r>
          </a:p>
          <a:p/>
          <a:p>
            <a:r>
              <a:t>&gt; [!IMPORTANT] 初始化只執行一次</a:t>
            </a:r>
          </a:p>
          <a:p>
            <a:r>
              <a:t>&gt; 程式進入 `for` 時執行初始化。之後重複的是「判斷條件 → 執行本體 → 更新」，不會每次都把 `i` 設回起始值。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以下三種寫法，在這裡都能讓 `i` 增加 `1`：</a:t>
            </a:r>
          </a:p>
          <a:p/>
          <a:p>
            <a:r>
              <a:t>```c</a:t>
            </a:r>
          </a:p>
          <a:p>
            <a:r>
              <a:t>i++;</a:t>
            </a:r>
          </a:p>
          <a:p>
            <a:r>
              <a:t>```</a:t>
            </a:r>
          </a:p>
          <a:p/>
          <a:p>
            <a:r>
              <a:t>```c</a:t>
            </a:r>
          </a:p>
          <a:p>
            <a:r>
              <a:t>for (int i = 0; i &lt; 10; i += 2) {</a:t>
            </a:r>
          </a:p>
          <a:p>
            <a:r>
              <a:t>    printf("%d\n", i);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```c</a:t>
            </a:r>
          </a:p>
          <a:p>
            <a:r>
              <a:t>for (int i = 1; i &lt;= 5; i++) {</a:t>
            </a:r>
          </a:p>
          <a:p>
            <a:r>
              <a:t>    printf("%d\n", i);</a:t>
            </a:r>
          </a:p>
          <a:p>
            <a:r>
              <a:t>    i++;</a:t>
            </a:r>
          </a:p>
          <a:p>
            <a:r>
              <a:t>}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```c</a:t>
            </a:r>
          </a:p>
          <a:p>
            <a:r>
              <a:t>for (int i = 0; i &lt; N; i++) {</a:t>
            </a:r>
          </a:p>
          <a:p>
            <a:r>
              <a:t>    printf("目前 i = %d\n", i);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```c</a:t>
            </a:r>
          </a:p>
          <a:p>
            <a:r>
              <a:t>for (int i = 1; i &lt;= N; i++) {</a:t>
            </a:r>
          </a:p>
          <a:p>
            <a:r>
              <a:t>    printf("目前 i = %d\n", i);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```c</a:t>
            </a:r>
          </a:p>
          <a:p>
            <a:r>
              <a:t>for (int i = 0; i &lt; N; i++) {</a:t>
            </a:r>
          </a:p>
          <a:p>
            <a:r>
              <a:t>    printf("第 %d 筆資料\n", i + 1);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&gt; [!WARNING] 起始值與條件必須配合</a:t>
            </a:r>
          </a:p>
          <a:p>
            <a:r>
              <a:t>&gt; 若從 `0` 開始卻使用 `i &lt;= N`，當 N 為正整數時會執行 N + 1 次。</a:t>
            </a:r>
          </a:p>
          <a:p>
            <a:r>
              <a:t>&gt;</a:t>
            </a:r>
          </a:p>
          <a:p>
            <a:r>
              <a:t>&gt; 若從 `1` 開始卻使用 `i &lt; N`，當 N 為正整數時只會執行 N − 1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for (int i = 1; i &lt;= N; i++) {</a:t>
            </a:r>
          </a:p>
          <a:p>
            <a:r>
              <a:t>        printf("請輸入第 %d 筆溫度：", i);</a:t>
            </a:r>
          </a:p>
          <a:p/>
          <a:p>
            <a:r>
              <a:t>if (scanf("%lf", &amp;temperature) != 1) {</a:t>
            </a:r>
          </a:p>
          <a:p>
            <a:r>
              <a:t>            printf("無法讀取溫度，程式結束。\n");</a:t>
            </a:r>
          </a:p>
          <a:p>
            <a:r>
              <a:t>            return 1;</a:t>
            </a:r>
          </a:p>
          <a:p>
            <a:r>
              <a:t>        }</a:t>
            </a:r>
          </a:p>
          <a:p/>
          <a:p>
            <a:r>
              <a:t>printf("第 %d 筆資料：%.2f 度\n", i, temperature);</a:t>
            </a:r>
          </a:p>
          <a:p>
            <a:r>
              <a:t>    }</a:t>
            </a:r>
          </a:p>
          <a:p/>
          <a:p>
            <a:r>
              <a:t>這裡只需要一個 `temperature` 變數。每次讀取的新溫度會取代前一次的值，因為目前的任務是**讀一筆、顯示一筆**，不需要保留所有資料。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```c</a:t>
            </a:r>
          </a:p>
          <a:p>
            <a:r>
              <a:t>for (int i = 1; i &lt;= 3; i = i + 1) {</a:t>
            </a:r>
          </a:p>
          <a:p>
            <a:r>
              <a:t>    printf("%d\n", i);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| 判斷時的 `i` | `i &lt;= 3` | 本體印出內容 | 更新後的 `i` |</a:t>
            </a:r>
          </a:p>
          <a:p>
            <a:r>
              <a:t>|---:|:---:|:---:|---:|</a:t>
            </a:r>
          </a:p>
          <a:p>
            <a:r>
              <a:t>| 1 | 成立 | 1 | 2 |</a:t>
            </a:r>
          </a:p>
          <a:p>
            <a:r>
              <a:t>| 2 | 成立 | 2 | 3 |</a:t>
            </a:r>
          </a:p>
          <a:p>
            <a:r>
              <a:t>| 3 | 成立 | 3 | 4 |</a:t>
            </a:r>
          </a:p>
          <a:p>
            <a:r>
              <a:t>| 4 | 不成立 | 不執行 | 不執行更新 |</a:t>
            </a:r>
          </a:p>
          <a:p/>
          <a:p>
            <a:r>
              <a:t>本體執行三次，條件判斷四次。最後一次條件不成立時，會直接離開，不再執行本體或更新。</a:t>
            </a:r>
          </a:p>
          <a:p/>
          <a:p>
            <a:r>
              <a:t>| 測試類型 | 輸入資料 | 預期結果 |</a:t>
            </a:r>
          </a:p>
          <a:p>
            <a:r>
              <a:t>|---|---|---|</a:t>
            </a:r>
          </a:p>
          <a:p>
            <a:r>
              <a:t>| 一般值 | N = 3，溫度為 25、26.5、24 | 讀取三次，編號依序為 1、2、3 |</a:t>
            </a:r>
          </a:p>
          <a:p>
            <a:r>
              <a:t>| 邊界值 | N = 1，溫度為 20 | 只讀取一次，編號為 1 |</a:t>
            </a:r>
          </a:p>
          <a:p>
            <a:r>
              <a:t>| 無效筆數 | N 先輸入 0，再輸入 2 | 拒絕 0，接受 2 後讀取兩筆 |</a:t>
            </a:r>
          </a:p>
          <a:p>
            <a:r>
              <a:t>| 負溫度 | N = 2，溫度為 -5、-1.5 | 正常讀取並顯示負值 |</a:t>
            </a:r>
          </a:p>
          <a:p>
            <a:r>
              <a:t>| 重複資料 | N = 3，三筆都輸入 25 | 仍然讀取並顯示三筆 |</a:t>
            </a:r>
          </a:p>
          <a:p>
            <a:r>
              <a:t>| 非數字溫度 | N = 2，第一筆輸入 `abc` | 顯示錯誤訊息，結束程式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698480" cy="100584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4000" b="1">
                <a:solidFill>
                  <a:srgbClr val="2F342D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學習目標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337560"/>
            <a:ext cx="10241280" cy="2834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1. 說明 for 的初始化、繼續條件與更新如何執行。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2. 將計數型 while 改寫為 for，理解兩者的對應關係。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3. 使用 ++、+= 更新計數變數。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4. 判斷迴圈的執行次數，避免多執行或少執行一次。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5. 寫出「讀取 N 筆感測器資料，印出每筆編號與數值」的程式。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6. 使用追蹤表與測試資料，驗證自己或 AI 產生的迴圈。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為什麼計數型 while 的三部分能寫在 for 括號中？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for結構與改寫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900" b="0">
                <a:solidFill>
                  <a:srgbClr val="2F342D"/>
                </a:solidFill>
                <a:latin typeface="Aptos"/>
              </a:rPr>
              <a:t>for 將計數控制的「初始化」、「繼續條件」與「更新」集中在括號內以分號隔開。進入迴圈時只執行一次初始化；每次執行本體前先檢查條件，成立才執行；本體結束後執行更新，再重新檢查條件。這與計數型 while 邏輯一致，但更集中易讀。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for (int i = 1; i &lt;= 5; i = i + 1) {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printf("第 %d 筆資料\n", i);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錯：以為每次重複循環時，for 括號裡的初始化都會重新執行一次。　為什麼：初始化只在第一次進入 for 時執行，後續重複的是「判斷條件、本體、更新」。　正確：牢記初始化僅執行一次，計數變數不會在每一輪被重設回初始值。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出處：`for` 可以把這三個控制次數的部分集中在一起：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for 括號中的更新式寫 i++、i+=1 或 i+=2 有何不同？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計數變數更新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i = i + 1、i += 1 與 i++ 在此效果相同，都是每次讓變數增加 1。若需要改變步進間隔（例如每次加 2 產生偶數），則可寫 i += 2。迴圈的執行次數是由起始值、繼續條件與更新步進量共同決定的。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for (int i = 0; i &lt; 10; i += 2) {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printf("%d\n", i);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錯：在 for 迴圈本體內部又寫了一次 i++; 更新計數。　為什麼：本體與括號更新區各加一次，導致每輪增加 2，跳過預期的資料與執行次數。　正確：計數型迴圈的變數更新應統一集中在 for 括號的更新區，本體內不重複遞增。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出處：以下三種寫法，在這裡都能讓 `i` 增加 `1`：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從 0 開始與從 1 開始執行 N 次，條件符號為何不同？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迴圈次數與邊界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0">
                <a:solidFill>
                  <a:srgbClr val="2F342D"/>
                </a:solidFill>
                <a:latin typeface="Aptos"/>
              </a:rPr>
              <a:t>計數從 0 開始時，變數範圍是 0 到 N-1，條件需用 &lt; N（共 N 次）；若從 1 開始，範圍是 1 到 N，條件需用 &lt;= N（共 N 次）。若從 0 開始誤用 &lt;= N 會多執行一次（N+1 次）；從 1 開始誤用 &lt; N 則會少執行一次（N-1 次）。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for (int i = 0; i &lt; N; i++) {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printf("第 %d 筆資料\n", i + 1);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錯：寫 for (int i = 0; i &lt;= 5; i++) 來重複執行任務五次。　為什麼：i 會依序走過 0、1、2、3、4、5，本體實際共執行了六次。　正確：從 0 開始計算五次應寫 i &lt; 5；或從 1 開始寫 i &lt;= 5。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出處：```c for (int i = 0; i &lt; N; i++) {     printf("目前 i = %d\n",…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讀取 N 筆感測資料時，為什麼只需宣告一個溫度變數？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讀取N筆資料實作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任務需求是「讀取一筆後立即印出一筆」，不需在記憶體中保留所有歷史數據。迴圈由計數變數 i 控制從 1 到 N 重複執行 N 次，每次讀入的新溫度值直接覆蓋同一個 double 變數並印出即可。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for (int i = 1; i &lt;= N; i++) {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printf("請輸入第 %d 筆溫度：", i);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if (scanf("%lf", &amp;temperature) != 1) {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    printf("無法讀取溫度，程式結束。\n");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    return 1;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printf("第 %d 筆資料：%.2f 度\n", i, temperature);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錯：在 for 圓括號後方誤加分號，寫成 for (...); { ... }。　為什麼：分號會使迴圈本體變成空敘述，for 跑完空迴圈後，大括號區塊只會單獨執行一次。　正確：for 括號後不可加分號，應直接連接大括號本體區塊。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出處：for (int i = 1; i &lt;= N; i++) {         printf("請輸入第 %d 筆溫度："…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迴圈本體執行 3 次時，繼續條件實際判斷了幾次？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追蹤表與測試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3840479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條件判斷會執行 4 次。前 3 次條件成立（i 為 1、2、3）並執行本體與更新；第 4 次判斷時 i 增加至 4，條件不成立，程式直接離開迴圈，不再執行本體或更新。透過追蹤表與邊界測試（如 N=1）可驗證執行次數是否正確。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for (int i = 1; i &lt;= 3; i = i + 1) {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    printf("%d\n", i);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// 條件判斷 4 次，本體印出 3 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出處：```c for (int i = 1; i &lt;= 3; i = i + 1) {     printf("%d\n",…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常見錯誤整理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固定次數的重複處理：for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6634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2F342D"/>
                </a:solidFill>
                <a:latin typeface="Aptos"/>
              </a:rPr>
              <a:t>【for結構與改寫】錯：以為每次重複循環時，for 括號裡的初始化都會重新執行一次。　為什麼：初始化只在第一次進入 for 時執行，後續重複的是「判斷條件、本體、更新」。　正確：牢記初始化僅執行一次，計數變數不會在每一輪被重設回初始值。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【計數變數更新】錯：在 for 迴圈本體內部又寫了一次 i++; 更新計數。　為什麼：本體與括號更新區各加一次，導致每輪增加 2，跳過預期的資料與執行次數。　正確：計數型迴圈的變數更新應統一集中在 for 括號的更新區，本體內不重複遞增。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【迴圈次數與邊界】錯：寫 for (int i = 0; i &lt;= 5; i++) 來重複執行任務五次。　為什麼：i 會依序走過 0、1、2、3、4、5，本體實際共執行了六次。　正確：從 0 開始計算五次應寫 i &lt; 5；或從 1 開始寫 i &lt;= 5。</a:t>
            </a:r>
          </a:p>
          <a:p>
            <a:r>
              <a:rPr sz="1600" b="0">
                <a:solidFill>
                  <a:srgbClr val="2F342D"/>
                </a:solidFill>
                <a:latin typeface="Aptos"/>
              </a:rPr>
              <a:t>【讀取N筆資料實作】錯：在 for 圓括號後方誤加分號，寫成 for (...); { ... }。　為什麼：分號會使迴圈本體變成空敘述，for 跑完空迴圈後，大括號區塊只會單獨執行一次。　正確：for 括號後不可加分號，應直接連接大括號本體區塊。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