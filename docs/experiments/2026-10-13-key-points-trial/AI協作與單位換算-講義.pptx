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### 本單元要處理的兩條公式</a:t>
            </a:r>
          </a:p>
          <a:p/>
          <a:p>
            <a:r>
              <a:t>$$mV = V \times 1000$$</a:t>
            </a:r>
          </a:p>
          <a:p/>
          <a:p>
            <a:r>
              <a:t>&gt; **提醒**：換算前先問自己「換算後的數字會變大還是變小？」。V → mV 是從大單位換到小單位，數字會**變大**，所以乘 1000；反過來 mV → V 則要除以 1000。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延續前一單元的「輸入 → 處理 → 輸出」三段結構，先不要碰程式語法，用中文把步驟寫清楚。</a:t>
            </a:r>
          </a:p>
          <a:p/>
          <a:p>
            <a:r>
              <a:t>```text</a:t>
            </a:r>
          </a:p>
          <a:p>
            <a:r>
              <a:t>開始</a:t>
            </a:r>
          </a:p>
          <a:p>
            <a:r>
              <a:t>  輸入：讀取電壓值 voltage（單位：V）</a:t>
            </a:r>
          </a:p>
          <a:p>
            <a:r>
              <a:t>  處理：millivolt ← voltage × 1000</a:t>
            </a:r>
          </a:p>
          <a:p>
            <a:r>
              <a:t>  輸出：印出 millivolt（單位：mV）</a:t>
            </a:r>
          </a:p>
          <a:p>
            <a:r>
              <a:t>結束</a:t>
            </a:r>
          </a:p>
          <a:p>
            <a:r>
              <a:t>```</a:t>
            </a:r>
          </a:p>
          <a:p/>
          <a:p>
            <a:r>
              <a:t>**為什麼要先寫虛擬碼？** 因為虛擬碼只描述「做什麼」，不牽扯「怎麼寫」。當你的程式出錯時，只要回頭比對虛擬碼，就能快速判斷是**邏輯錯**還是**語法／型別錯**。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int main() {</a:t>
            </a:r>
          </a:p>
          <a:p>
            <a:r>
              <a:t>    double voltage;      /* 單位：V，可能有小數，例如 1.5 */</a:t>
            </a:r>
          </a:p>
          <a:p/>
          <a:p>
            <a:r>
              <a:t>printf("請輸入電壓（單位：V）：");</a:t>
            </a:r>
          </a:p>
          <a:p>
            <a:r>
              <a:t>    scanf("%lf", &amp;voltage);</a:t>
            </a:r>
          </a:p>
          <a:p/>
          <a:p>
            <a:r>
              <a:t>double millivolt = voltage * 1000.0;</a:t>
            </a:r>
          </a:p>
          <a:p/>
          <a:p>
            <a:r>
              <a:t>| 虛擬碼 | 對應的 C 程式 | 重點說明 |</a:t>
            </a:r>
          </a:p>
          <a:p>
            <a:r>
              <a:t>| --- | --- | --- |</a:t>
            </a:r>
          </a:p>
          <a:p>
            <a:r>
              <a:t>| 讀取電壓 voltage | `scanf("%lf", &amp;voltage);` | `&amp;` 表示「把輸入存進這個變數」 |</a:t>
            </a:r>
          </a:p>
          <a:p>
            <a:r>
              <a:t>| 計算 millivolt ← voltage × 1000 | `double millivolt = voltage * 1000.0;` | 先宣告變數再存入計算結果 |</a:t>
            </a:r>
          </a:p>
          <a:p>
            <a:r>
              <a:t>| 印出 millivolt | `printf("%.2f mV\n", millivolt);` | `%.2f` 表示印到小數第二位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這是本單元最容易出錯、也最需要與 AI 反覆確認的地方。判斷原則很簡單：**這個變數會不會出現小數？**</a:t>
            </a:r>
          </a:p>
          <a:p/>
          <a:p>
            <a:r>
              <a:t>&gt; **常見誤解**：有人想「mV 一定是整數，所以用 `int` 就好」。但 `double` 變數乘出來的結果也會是 `double`，硬存進 `int` 會發生**截斷**（例如 0.5 mW 的微小功率會變成 0）。在本單元一律先用 `double`，是比較安全的做法。</a:t>
            </a:r>
          </a:p>
          <a:p/>
          <a:p>
            <a:r>
              <a:t>```c</a:t>
            </a:r>
          </a:p>
          <a:p>
            <a:r>
              <a:t>int voltage;</a:t>
            </a:r>
          </a:p>
          <a:p>
            <a:r>
              <a:t>scanf("%d", &amp;voltage);              /* 輸入 1.5 → voltage 只得到 1 */</a:t>
            </a:r>
          </a:p>
          <a:p>
            <a:r>
              <a:t>printf("%d mV\n", voltage * 1000);  /* 印出 1000 mV，少了 500 mV */</a:t>
            </a:r>
          </a:p>
          <a:p>
            <a:r>
              <a:t>```</a:t>
            </a:r>
          </a:p>
          <a:p/>
          <a:p>
            <a:r>
              <a:t>1. `%d` 只能讀整數，小數點之後的 `.5` 會被留在輸入緩衝區。</a:t>
            </a:r>
          </a:p>
          <a:p>
            <a:r>
              <a:t>2. `voltage * 1000` 是 `int * int`，結果仍是整數，不可能出現小數點。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驗證（verification）的標準做法是：**先手算、再輸入、最後比對**。</a:t>
            </a:r>
          </a:p>
          <a:p/>
          <a:p>
            <a:r>
              <a:t>| 測試編號 | 輸入 | 換算公式（手算） | 預期輸出 | 程式實際輸出 | 結果 |</a:t>
            </a:r>
          </a:p>
          <a:p>
            <a:r>
              <a:t>| --- | --- | --- | --- | --- | --- |</a:t>
            </a:r>
          </a:p>
          <a:p>
            <a:r>
              <a:t>| 1 | 1.5 V | $1.5 \times 1000 = 1500$ | 1500.00 mV | 1500.00 mV | 通過 |</a:t>
            </a:r>
          </a:p>
          <a:p>
            <a:r>
              <a:t>| 2 | 0.25 W | $0.25 \times 1000 = 250$ | 250.00 mW | 250.00 mW | 通過 |</a:t>
            </a:r>
          </a:p>
          <a:p>
            <a:r>
              <a:t>| 3 | 3.3 V | $3.3 \times 1000 = 3300$ | 3300.00 mV | 3300.00 mV | 通過 |</a:t>
            </a:r>
          </a:p>
          <a:p>
            <a:r>
              <a:t>| 4 | 0.001 W | $0.001 \times 1000 = 1$ | 1.00 mW | 1.00 mW | 通過 |</a:t>
            </a:r>
          </a:p>
          <a:p>
            <a:r>
              <a:t>| 5 | 0 V | $0 \times 1000 = 0$ | 0.00 mV | 0.00 mV | 通過 |</a:t>
            </a:r>
          </a:p>
          <a:p/>
          <a:p>
            <a:r>
              <a:t>&gt; **測試案例 1 與 2 就是本知識點指定的驗證值**："1.5 V → 1500 mV"、"0.25 W → 250 mW"。只要這兩個案例通過，就能高度確認公式與型別選擇都正確。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編譯器（例如 `gcc`）的錯誤訊息其實是**最有用的老師**：它會告訴你「哪一行、什麼問題」。常見的幾種如下表。</a:t>
            </a:r>
          </a:p>
          <a:p/>
          <a:p>
            <a:r>
              <a:t>| 編譯器訊息（節錄） | 真正的原因 | 修正方式 |</a:t>
            </a:r>
          </a:p>
          <a:p>
            <a:r>
              <a:t>| --- | --- | --- |</a:t>
            </a:r>
          </a:p>
          <a:p>
            <a:r>
              <a:t>| `error: 'voltage' undeclared (first use in this function)` | 使用了沒宣告的變數 | 在 `main` 開頭加上 `double voltage;` |</a:t>
            </a:r>
          </a:p>
          <a:p>
            <a:r>
              <a:t>| `error: expected ';' before 'printf'` | 上一行的敘述少寫分號 | 補上 `;` |</a:t>
            </a:r>
          </a:p>
          <a:p>
            <a:r>
              <a:t>| `format '%f' expects argument of type 'float *', but argument 2 has type 'double *'` | `double` 變數用 `%f` 讀取 | `scanf` 改用 `%lf` |</a:t>
            </a:r>
          </a:p>
          <a:p>
            <a:r>
              <a:t>| `format '%d' expects argument of type 'int', but argument 2 has type 'double'` | 用 `%d` 印 `double` 變數 | `printf` 改用 `%.2f` |</a:t>
            </a:r>
          </a:p>
          <a:p>
            <a:r>
              <a:t>| `error: 'millivolt' undeclared` | 打錯變數名稱（大小寫或拼字） | 檢查宣告與使用處是否一致 |</a:t>
            </a:r>
          </a:p>
          <a:p/>
          <a:p>
            <a:r>
              <a:t>&gt; **注意**：`%f` 與 `%lf` 在 `printf` 中可以互通（`float` 會自動提升為 `double`），但在 `scanf` 中**必須**區分：`%f` 對應 `float *`、`%lf` 對應 `double *`。這是初學者最常踩的坑之一。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AI 在這裡的角色不是「幫我寫完作業」，而是「協助我看懂問題，並檢查自己的修正是否合理」。</a:t>
            </a:r>
          </a:p>
          <a:p>
            <a:r>
              <a:t>遇到錯誤時，先看編譯器指出的行號，試著自己找原因；仍不確定時，再把相關程式碼、完整錯誤訊息，以及你原本想達成的結果提供給 AI。例如：</a:t>
            </a:r>
          </a:p>
          <a:p>
            <a:r>
              <a:t>我用 GCC 編譯下面的 C 程式時出現這個錯誤。請解釋錯誤原因，給我修正方向，先不要直接提供完整程式。</a:t>
            </a:r>
          </a:p>
          <a:p/>
          <a:p>
            <a:r>
              <a:t>收到建議後，自己修改並重新編譯，最後用 1.5 V → 1500 mV、0.25 W → 250 mW 驗證。即使 AI 說「這樣是對的」，仍要以程式的實際輸出和手算結果為準。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698480" cy="100584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4000" b="1">
                <a:solidFill>
                  <a:srgbClr val="2F342D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學習目標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337560"/>
            <a:ext cx="10241280" cy="2834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1. 針對「電壓 V → mV」與「功率 W → mW」兩個換算需求，寫出正確的虛擬碼。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2. 將虛擬碼轉換為可編譯執行的 C 程式，並選用正確的資料型別。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3. 讀懂編譯器回報的錯誤訊息，找出錯誤所在行與原因。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4. 在「先自己想、再用 AI 協助」的流程下，理解 AI 的建議並自行修改程式。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5. 用具體測試值（1.5 V → 1500 mV、0.25 W → 250 mW）驗證程式的公式與型別是否正確。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將電壓從 V 換算為 mV 時，數值為什麼要乘 1000 而不是除以 1000？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毫單位換算邏輯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從大單位（V）轉換到小單位（mV）時，所代表的數值量級會變大，1 個基本單位等同於 1000 個毫單位，因此必須乘以 1000；反向從小單位換到大單位時數值變小，才需要除以 1000。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mV = V * 1000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mW = W * 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錯：看到毫（milli, 10^-3）就直覺把輸入數值除以 1000。　為什麼：混淆了單位本身的縮小與表示數值的放大；單位變小，計數數值必須變大。　正確：換算前先判斷「數字會變大還是變小」，大單位轉小單位一律乘 1000。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出處：### 本單元要處理的兩條公式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寫 V 轉 mV 的虛擬碼時，為什麼要拆成「輸入、處理、輸出」三段？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換算虛擬碼結構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384047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將計算拆成輸入、處理、輸出，只描述「做什麼」而不受語法細節干擾。當程式出錯時，可以快速比對虛擬碼，迅速釐清究竟是換算邏輯寫錯，還是 C 語言的型別或語法出錯。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開始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  輸入：讀取電壓值 voltage（單位：V）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  處理：millivolt ← voltage * 1000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  輸出：印出 millivolt（單位：mV）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結束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出處：延續前一單元的「輸入 → 處理 → 輸出」三段結構，先不要碰程式語法，用中文把步驟寫清楚。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將虛擬碼對應到 C 語言時，scanf 與 printf 中的變數符號有何不同？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虛擬碼轉 C 程式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在 scanf 讀取輸入時，變數名稱前必須加上取址符號 &amp;，代表將輸入寫入該變數記憶體；而在 printf 輸出時，直接傳入變數名稱即可，並搭配 %.2f 格式化指定印到小數點後兩位。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double voltage;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printf("請輸入電壓（單位：V）：");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scanf("%lf", &amp;voltage);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double millivolt = voltage * 1000.0;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printf("%.2f V = %.2f mV\n", voltage, millivolt);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錯：在 scanf 中讀入 double 變數時寫成 scanf("%lf", voltage); 漏掉 &amp;。　為什麼：scanf 需要知道變數的記憶體位址才能存入數值，缺少 &amp; 會導致記憶體寫入錯誤。　正確：使用 scanf 讀入數值變數時，變數名稱前務必加上 &amp;。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出處：int main() {     double voltage;      /* 單位：V，可能有小數，例如 1.5 *…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讀取電壓 1.5 V 時，為什麼變數宣告不能用 int 而必須用 double？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浮點數型別選擇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輸入數值可能包含小數點。若宣告為 int 並以 %d 讀入 1.5，小數點與其後的數值會被截斷留在緩衝區，變數只會收到 1，且 int 乘整數運算無法產生小數，造成計算結果少 500 mV 且編譯器不會報錯。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int voltage;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scanf("%d", &amp;voltage);              /* 輸入 1.5 → voltage 只得到 1 */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printf("%d mV\n", voltage * 1000);  /* 印出 1000 mV，少了 500 mV */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錯：以為換算出的 mV 通常很大，所以輸出變數用 int 儲存就好。　為什麼：double 與整數相乘的結果仍是 double，硬存進 int 會直接截斷小數造成誤差。　正確：凡涉及可能含小數的物理量，輸入、運算與輸出變數一律統一宣告為 double。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出處：這是本單元最容易出錯、也最需要與 AI 反覆確認的地方。判斷原則很簡單：**這個變數會不會出現小數？**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執行測試值 1.5 V 與 0.25 W 時，為什麼必須依照「先手算、再輸入、最後比對」？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手算比對測試驗證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384047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型別截斷等邏輯錯誤能正常編譯執行，編譯器不會主動報錯。驗證標準是先依公式手算出預期數值（1500.00 mV、250.00 mW），再將數值輸入程式，檢查實際輸出與手算結果是否完全相符。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測試 1：輸入 1.5 V -&gt; 手算 1.5 * 1000 = 1500 -&gt; 輸出 1500.00 mV（通過）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測試 2：輸入 0.25 W -&gt; 手算 0.25 * 1000 = 250 -&gt; 輸出 250.00 mW（通過）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出處：驗證（verification）的標準做法是：**先手算、再輸入、最後比對**。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出現 format '%f' expects argument of type 'float *' 訊息時代表哪裡寫錯？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編譯器錯誤解讀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這表示以 scanf 讀取 double 變數時誤用了 %f。雖然 printf 輸出時 float 與 double 格式常能互通，但 scanf 讀入時必須嚴格對應型別：%f 對應 float*，而 double* 必須指定 %lf 才能正確讀取。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1033271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錯：認為 printf 可以用 %f 印 double，所以 scanf 讀入 double 時也能用 %f。　為什麼：scanf 仰賴精確的指針型別寫入位元組，%f 只能處理 4 位元組 float 指標。　正確：在 scanf 讀入 double 變數時，格式字串一律使用 %lf。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出處：編譯器（例如 `gcc`）的錯誤訊息其實是**最有用的老師**：它會告訴你「哪一行、什麼問題」。常見的幾種如下表。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500" b="1">
                <a:solidFill>
                  <a:srgbClr val="2F342D"/>
                </a:solidFill>
                <a:latin typeface="Aptos"/>
              </a:rPr>
              <a:t>程式編譯報錯向 AI 求助時，提問時為什麼要主動要求「先不要直接提供完整程式」？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AI 協作除錯原則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AI 的角色是協助看懂問題與檢查思考盲點。直接取得完整解答會失去理解錯誤的機會。應先提供行號與錯誤訊息，要求 AI 解釋錯誤原因並給出修正方向，由自己修改程式後再用測試案例核對結果。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提問示範：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「我用 GCC 編譯下面的 C 程式時出現這個錯誤。請解釋錯誤原因，給我修正方向，先不要直接提供完整程式。」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錯：只要 AI 回答「這段程式碼已經完全正確」，就不需要再執行測試比對。　為什麼：AI 可能給出看似合理但運算或型別有微小瑕疵的程式碼。　正確：收到 AI 建議並自行修改後，仍必須以程式實際執行輸出與手算結果進行驗證。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出處：AI 在這裡的角色不是「幫我寫完作業」，而是「協助我看懂問題，並檢查自己的修正是否合理」。 遇到錯誤時，先看編譯器指出的…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常見錯誤整理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電子實驗室單位換算與 C 語言實作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663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【毫單位換算邏輯】錯：看到毫（milli, 10^-3）就直覺把輸入數值除以 1000。　為什麼：混淆了單位本身的縮小與表示數值的放大；單位變小，計數數值必須變大。　正確：換算前先判斷「數字會變大還是變小」，大單位轉小單位一律乘 1000。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【虛擬碼轉 C 程式】錯：在 scanf 中讀入 double 變數時寫成 scanf("%lf", voltage); 漏掉 &amp;。　為什麼：scanf 需要知道變數的記憶體位址才能存入數值，缺少 &amp; 會導致記憶體寫入錯誤。　正確：使用 scanf 讀入數值變數時，變數名稱前務必加上 &amp;。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【浮點數型別選擇】錯：以為換算出的 mV 通常很大，所以輸出變數用 int 儲存就好。　為什麼：double 與整數相乘的結果仍是 double，硬存進 int 會直接截斷小數造成誤差。　正確：凡涉及可能含小數的物理量，輸入、運算與輸出變數一律統一宣告為 double。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【編譯器錯誤解讀】錯：認為 printf 可以用 %f 印 double，所以 scanf 讀入 double 時也能用 %f。　為什麼：scanf 仰賴精確的指針型別寫入位元組，%f 只能處理 4 位元組 float 指標。　正確：在 scanf 讀入 double 變數時，格式字串一律使用 %lf。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【AI 協作除錯原則】錯：只要 AI 回答「這段程式碼已經完全正確」，就不需要再執行測試比對。　為什麼：AI 可能給出看似合理但運算或型別有微小瑕疵的程式碼。　正確：收到 AI 建議並自行修改後，仍必須以程式實際執行輸出與手算結果進行驗證。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