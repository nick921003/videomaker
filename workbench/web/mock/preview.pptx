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先想一想：把相同的工作重複三次，可以如何描述？</a:t>
            </a:r>
          </a:p>
          <a:p/>
          <a:p>
            <a:r>
              <a:t>教材原文依據：</a:t>
            </a:r>
          </a:p>
          <a:p>
            <a:r>
              <a:t>迴圈讓程式依條件重複執行。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逐圈指出三個步驟，確認更新後才回到條件。</a:t>
            </a:r>
          </a:p>
          <a:p/>
          <a:p>
            <a:r>
              <a:t>教材原文依據：</a:t>
            </a:r>
          </a:p>
          <a:p>
            <a:r>
              <a:t>for 迴圈每一圈依序檢查條件、執行本體、更新變數。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逐次讀出 i 的值：零、一、二；變成三時條件不成立。</a:t>
            </a:r>
          </a:p>
          <a:p/>
          <a:p>
            <a:r>
              <a:t>教材原文依據：</a:t>
            </a:r>
          </a:p>
          <a:p>
            <a:r>
              <a:t>for 迴圈每一圈依序檢查條件、執行本體、更新變數。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兩側都從零開始，每圈加一，只有邊界條件不同。</a:t>
            </a:r>
          </a:p>
          <a:p/>
          <a:p>
            <a:r>
              <a:t>教材原文依據：</a:t>
            </a:r>
          </a:p>
          <a:p>
            <a:r>
              <a:t>邊界條件決定迴圈執行幾次，&lt; 與 &lt;= 可能相差一次。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先看重複工作的停止方式，再選擇容易讀懂的寫法。</a:t>
            </a:r>
          </a:p>
          <a:p/>
          <a:p>
            <a:r>
              <a:t>教材原文依據：</a:t>
            </a:r>
          </a:p>
          <a:p>
            <a:r>
              <a:t>for 適合次數明確的重複，while 適合依條件持續執行。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先追蹤變數是否更新，再檢查條件有沒有機會不成立。</a:t>
            </a:r>
          </a:p>
          <a:p/>
          <a:p>
            <a:r>
              <a:t>教材原文依據：</a:t>
            </a:r>
          </a:p>
          <a:p>
            <a:r>
              <a:t>條件一直成立且變數沒有更新時，迴圈可能停不下來。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用兩列三格逐次計數，最後複習每圈順序與停止條件。</a:t>
            </a:r>
          </a:p>
          <a:p/>
          <a:p>
            <a:r>
              <a:t>教材原文依據：</a:t>
            </a:r>
          </a:p>
          <a:p>
            <a:r>
              <a:t>巢狀迴圈中，內圈對每一次外圈都會完整執行。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為什麼需要迴圈？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248655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依條件重複執行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3" y="2377440"/>
            <a:ext cx="5248655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1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3" y="292608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觀察每一圈的變數值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迴圈把重複的工作交給程式。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每一圈的過程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4767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檢查條件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4736" y="178308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5904" y="194767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3336" y="233172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執行本體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7952" y="1783080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94767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6552" y="233172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更新變數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75888"/>
            <a:ext cx="3432048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40480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24528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回到條件判斷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554480"/>
            <a:ext cx="10698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流程方向：依序 01 → 02 →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每圈依序檢查條件、執行本體、更新變數。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跟著變數走三圈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379476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D4AD7E"/>
                </a:solidFill>
                <a:latin typeface="Aptos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058400" cy="3063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700" b="0">
                <a:solidFill>
                  <a:srgbClr val="FFFFFF"/>
                </a:solidFill>
                <a:latin typeface="Consolas"/>
              </a:rPr>
              <a:t>for (int i = 0; i &lt; 3; i++) {</a:t>
            </a:r>
          </a:p>
          <a:p>
            <a:r>
              <a:rPr sz="1700" b="0">
                <a:solidFill>
                  <a:srgbClr val="FFFFFF"/>
                </a:solidFill>
                <a:latin typeface="Consolas"/>
              </a:rPr>
              <a:t>	printf("%d\n", i);</a:t>
            </a:r>
          </a:p>
          <a:p>
            <a:r>
              <a:rPr sz="17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先看條件，再判斷是否執行本體。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為什麼多跑一次？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i &lt;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執行時 i 為 0、1、2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共三圈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i &lt;=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執行時 i 為 0、1、2、3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共四圈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包含邊界值可能讓迴圈多跑一次。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while 和 for 怎麼選？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次數明確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初值、條件、更新集中寫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依條件持續執行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5584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留意變數是否有更新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次數明確可用 for，依條件持續可用 while。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迴圈為什麼停不下來？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248655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檢查條件是否一直成立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3" y="2377440"/>
            <a:ext cx="5248655" cy="16916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1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3" y="292608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確認變數會朝停止條件更新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條件與更新要一起檢查。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巢狀迴圈怎麼數次數？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248655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外圈每一次都讓內圈完整執行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3" y="2377440"/>
            <a:ext cx="5248655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1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3" y="2926080"/>
            <a:ext cx="4791455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固定外圈兩次、內圈三次，共六次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先數每次外圈的內圈次數，再累加。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